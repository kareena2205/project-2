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363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9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86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47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13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30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861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91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7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77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413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8986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785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035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834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87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5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0C89D-8ACC-45E5-8282-23189F1FE10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C82DE-0D56-4539-9C70-2ECCBBCBBF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8492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3" r:id="rId1"/>
    <p:sldLayoutId id="2147484174" r:id="rId2"/>
    <p:sldLayoutId id="2147484175" r:id="rId3"/>
    <p:sldLayoutId id="2147484176" r:id="rId4"/>
    <p:sldLayoutId id="2147484177" r:id="rId5"/>
    <p:sldLayoutId id="2147484178" r:id="rId6"/>
    <p:sldLayoutId id="2147484179" r:id="rId7"/>
    <p:sldLayoutId id="2147484180" r:id="rId8"/>
    <p:sldLayoutId id="2147484181" r:id="rId9"/>
    <p:sldLayoutId id="2147484182" r:id="rId10"/>
    <p:sldLayoutId id="2147484183" r:id="rId11"/>
    <p:sldLayoutId id="2147484184" r:id="rId12"/>
    <p:sldLayoutId id="2147484185" r:id="rId13"/>
    <p:sldLayoutId id="2147484186" r:id="rId14"/>
    <p:sldLayoutId id="2147484187" r:id="rId15"/>
    <p:sldLayoutId id="2147484188" r:id="rId16"/>
    <p:sldLayoutId id="21474841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kpython.com/python-modules/top-5-best-python-gui-libraries" TargetMode="External"/><Relationship Id="rId2" Type="http://schemas.openxmlformats.org/officeDocument/2006/relationships/hyperlink" Target="https://www.geeksforgeeks.org/simple-gui-calculator-using-tkinter-python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5DEF7-F1E3-CA8E-FA64-0AA31DA31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911" y="2242187"/>
            <a:ext cx="6811763" cy="1373070"/>
          </a:xfrm>
        </p:spPr>
        <p:txBody>
          <a:bodyPr>
            <a:normAutofit/>
          </a:bodyPr>
          <a:lstStyle/>
          <a:p>
            <a:r>
              <a:rPr lang="en-US" sz="4400" b="1" dirty="0"/>
              <a:t>NEXTHIKES IT SOLUTIONS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783BA-6A30-718B-7ACF-8E6034798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102" y="3595917"/>
            <a:ext cx="6949383" cy="50152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Internship Project-2 Scientific Calculator Using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Tkinter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 Python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E9A41-B1A0-35E7-AAC2-EE5CFE2EA8D5}"/>
              </a:ext>
            </a:extLst>
          </p:cNvPr>
          <p:cNvSpPr txBox="1"/>
          <p:nvPr/>
        </p:nvSpPr>
        <p:spPr>
          <a:xfrm>
            <a:off x="9178724" y="5775768"/>
            <a:ext cx="4861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-  Kareena</a:t>
            </a:r>
          </a:p>
          <a:p>
            <a:r>
              <a:rPr lang="en-US" dirty="0"/>
              <a:t>Role - Data analyst Intern</a:t>
            </a:r>
          </a:p>
          <a:p>
            <a:r>
              <a:rPr lang="en-US" dirty="0"/>
              <a:t>Date - 25/11/2025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932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85EF-637E-B131-37CD-1D49FB66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882" y="753228"/>
            <a:ext cx="5616737" cy="1080938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Python GUI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0EB1-BDCA-5696-C263-D66D60CC9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417883"/>
            <a:ext cx="11511679" cy="3599316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1600" dirty="0"/>
              <a:t>Python GUI (Graphical User Interface) libraries make it possible to build desktop applications with interactive visual components such as:</a:t>
            </a:r>
          </a:p>
          <a:p>
            <a:r>
              <a:rPr lang="en-US" sz="1600" dirty="0"/>
              <a:t>Buttons</a:t>
            </a:r>
          </a:p>
          <a:p>
            <a:r>
              <a:rPr lang="en-US" sz="1600" dirty="0"/>
              <a:t>Text boxes</a:t>
            </a:r>
          </a:p>
          <a:p>
            <a:r>
              <a:rPr lang="en-US" sz="1600" dirty="0"/>
              <a:t>Windows</a:t>
            </a:r>
          </a:p>
          <a:p>
            <a:r>
              <a:rPr lang="en-US" sz="1600" dirty="0"/>
              <a:t>Drop-down menus</a:t>
            </a:r>
          </a:p>
          <a:p>
            <a:r>
              <a:rPr lang="en-US" sz="1600" dirty="0"/>
              <a:t>Dialog boxes</a:t>
            </a:r>
          </a:p>
          <a:p>
            <a:pPr marL="36900" indent="0">
              <a:buNone/>
            </a:pPr>
            <a:r>
              <a:rPr lang="en-US" sz="1600" dirty="0"/>
              <a:t>These libraries allow users to interact visually rather than using the command line.</a:t>
            </a:r>
            <a:br>
              <a:rPr lang="en-US" sz="1600" dirty="0"/>
            </a:br>
            <a:r>
              <a:rPr lang="en-US" sz="1600" dirty="0"/>
              <a:t>Some popular Python GUI libraries include: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1378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2E53-F66F-E1D4-7B34-22012926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54" y="776377"/>
            <a:ext cx="7965966" cy="1080938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Popular Python GUI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2056F-E0E3-91C3-E9F0-2A263B5FF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76" y="2477404"/>
            <a:ext cx="11956647" cy="5092861"/>
          </a:xfrm>
        </p:spPr>
        <p:txBody>
          <a:bodyPr>
            <a:normAutofit/>
          </a:bodyPr>
          <a:lstStyle/>
          <a:p>
            <a:r>
              <a:rPr lang="en-IN" sz="1600" b="1" dirty="0" err="1"/>
              <a:t>Tkinter</a:t>
            </a:r>
            <a:r>
              <a:rPr lang="en-IN" sz="1600" dirty="0"/>
              <a:t> – Python’s built-in GUI toolkit; simple, lightweight, great for beginners</a:t>
            </a:r>
          </a:p>
          <a:p>
            <a:r>
              <a:rPr lang="en-IN" sz="1600" b="1" dirty="0" err="1"/>
              <a:t>PyQt</a:t>
            </a:r>
            <a:r>
              <a:rPr lang="en-IN" sz="1600" b="1" dirty="0"/>
              <a:t> / </a:t>
            </a:r>
            <a:r>
              <a:rPr lang="en-IN" sz="1600" b="1" dirty="0" err="1"/>
              <a:t>PySide</a:t>
            </a:r>
            <a:r>
              <a:rPr lang="en-IN" sz="1600" b="1" dirty="0"/>
              <a:t> </a:t>
            </a:r>
            <a:r>
              <a:rPr lang="en-IN" sz="1600" dirty="0"/>
              <a:t>– Feature-rich, professional-grade; suitable for complex applications</a:t>
            </a:r>
          </a:p>
          <a:p>
            <a:r>
              <a:rPr lang="en-IN" sz="1600" b="1" dirty="0" err="1"/>
              <a:t>Kivy</a:t>
            </a:r>
            <a:r>
              <a:rPr lang="en-IN" sz="1600" dirty="0"/>
              <a:t> – Ideal for touch interfaces and mobile-friendly apps</a:t>
            </a:r>
          </a:p>
          <a:p>
            <a:r>
              <a:rPr lang="en-IN" sz="1600" b="1" dirty="0" err="1"/>
              <a:t>wxPython</a:t>
            </a:r>
            <a:r>
              <a:rPr lang="en-IN" sz="1600" dirty="0"/>
              <a:t> – Offers native-style interfaces across different platforms</a:t>
            </a:r>
          </a:p>
          <a:p>
            <a:r>
              <a:rPr lang="en-IN" sz="1600" b="1" dirty="0" err="1"/>
              <a:t>PyGTK</a:t>
            </a:r>
            <a:r>
              <a:rPr lang="en-IN" sz="1600" b="1" dirty="0"/>
              <a:t> / </a:t>
            </a:r>
            <a:r>
              <a:rPr lang="en-IN" sz="1600" b="1" dirty="0" err="1"/>
              <a:t>PyGObject</a:t>
            </a:r>
            <a:r>
              <a:rPr lang="en-IN" sz="1600" dirty="0"/>
              <a:t> – Designed for building GNOME desktop applications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94442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B5FE-4800-5089-8AB1-20E141E4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72" y="856254"/>
            <a:ext cx="10353762" cy="970450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Why </a:t>
            </a:r>
            <a:r>
              <a:rPr lang="en-US" b="1" dirty="0" err="1"/>
              <a:t>Tkinter</a:t>
            </a:r>
            <a:r>
              <a:rPr lang="en-US" b="1" dirty="0"/>
              <a:t> is a Great Choice </a:t>
            </a:r>
            <a:br>
              <a:rPr lang="en-US" b="1" dirty="0"/>
            </a:br>
            <a:r>
              <a:rPr lang="en-US" b="1" dirty="0"/>
              <a:t>(Especially for Interns)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73FAC2-EEC1-6602-3398-D22CF41EB3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786" y="2182037"/>
            <a:ext cx="1076012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Into Python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comes pre-installed, so you can start building GUIs without downloading any extra packages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Ideal for Small to Medium Projects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Applications like calculators or simple tools don’t require heavy frameworks—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lightweight and efficient for such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Beginner-Friendly &amp; Easy to Use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one of the simplest GUI libraries, making it perfect for interns or anyone just starting with GUI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Produces Clean, Readable Code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GUI elements are organized clearly, helping beginners maintain good coding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b="1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 for Rapid Prototyping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Supervisors often look for quick, functional prototypes.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fast development with minimal setup, making it ideal for internship projects.</a:t>
            </a:r>
          </a:p>
        </p:txBody>
      </p:sp>
    </p:spTree>
    <p:extLst>
      <p:ext uri="{BB962C8B-B14F-4D97-AF65-F5344CB8AC3E}">
        <p14:creationId xmlns:p14="http://schemas.microsoft.com/office/powerpoint/2010/main" val="1339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0834-D947-CED2-01B5-2A2B157A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039" y="764803"/>
            <a:ext cx="9613861" cy="1080938"/>
          </a:xfrm>
        </p:spPr>
        <p:txBody>
          <a:bodyPr>
            <a:normAutofit/>
          </a:bodyPr>
          <a:lstStyle/>
          <a:p>
            <a:r>
              <a:rPr lang="en-US" b="1" dirty="0"/>
              <a:t>References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F7DB-0F1E-72F3-4FB2-2ECECD4F0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/>
              <a:t> </a:t>
            </a:r>
            <a:r>
              <a:rPr lang="en-IN" sz="1600" b="1" dirty="0"/>
              <a:t>Simple GUI calculator using </a:t>
            </a:r>
            <a:r>
              <a:rPr lang="en-IN" sz="1600" b="1" dirty="0" err="1"/>
              <a:t>Tkinter</a:t>
            </a:r>
            <a:r>
              <a:rPr lang="en-IN" sz="1600" b="1" dirty="0"/>
              <a:t>-Python – </a:t>
            </a:r>
            <a:r>
              <a:rPr lang="en-IN" sz="1600" dirty="0" err="1"/>
              <a:t>GeeksforGeeks</a:t>
            </a:r>
            <a:br>
              <a:rPr lang="en-IN" sz="1600" dirty="0"/>
            </a:br>
            <a:r>
              <a:rPr lang="en-IN" sz="1600" b="1" dirty="0"/>
              <a:t>Link:</a:t>
            </a:r>
            <a:r>
              <a:rPr lang="en-IN" sz="1600" dirty="0"/>
              <a:t> </a:t>
            </a:r>
            <a:r>
              <a:rPr lang="en-IN" sz="1600" dirty="0">
                <a:hlinkClick r:id="rId2"/>
              </a:rPr>
              <a:t>https://www.geeksforgeeks.org/simple-gui-calculator-using-tkinter-python/</a:t>
            </a:r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Top 5 Best Python GUI Libraries – </a:t>
            </a:r>
            <a:r>
              <a:rPr lang="en-IN" sz="1600" dirty="0" err="1"/>
              <a:t>AskPython</a:t>
            </a:r>
            <a:br>
              <a:rPr lang="en-IN" sz="1600" dirty="0"/>
            </a:br>
            <a:r>
              <a:rPr lang="en-IN" sz="1600" b="1" dirty="0"/>
              <a:t>Link:</a:t>
            </a:r>
            <a:r>
              <a:rPr lang="en-IN" sz="1600" dirty="0"/>
              <a:t> </a:t>
            </a:r>
            <a:r>
              <a:rPr lang="en-IN" sz="1600" dirty="0">
                <a:hlinkClick r:id="rId3"/>
              </a:rPr>
              <a:t>https://www.askpython.com/python-modules/top-5-best-python-gui-libraries</a:t>
            </a:r>
            <a:endParaRPr lang="en-IN" sz="1600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035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1790C-C250-C6D6-C864-CD586582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RESULT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29D061-2CAD-9654-BF17-FCE5A1682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311" y="2336800"/>
            <a:ext cx="6380014" cy="4232519"/>
          </a:xfrm>
        </p:spPr>
      </p:pic>
    </p:spTree>
    <p:extLst>
      <p:ext uri="{BB962C8B-B14F-4D97-AF65-F5344CB8AC3E}">
        <p14:creationId xmlns:p14="http://schemas.microsoft.com/office/powerpoint/2010/main" val="411152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A83C4-98F2-4FEC-8FC7-86A56A68B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157" y="3113590"/>
            <a:ext cx="11021685" cy="4304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/>
              <a:t>Thankyou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64872889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88</TotalTime>
  <Words>325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Berlin</vt:lpstr>
      <vt:lpstr>NEXTHIKES IT SOLUTIONS</vt:lpstr>
      <vt:lpstr>Python GUI Libraries</vt:lpstr>
      <vt:lpstr>Popular Python GUI Libraries</vt:lpstr>
      <vt:lpstr>Why Tkinter is a Great Choice  (Especially for Interns)</vt:lpstr>
      <vt:lpstr>References</vt:lpstr>
      <vt:lpstr>RESULT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kareenaaneja25@gmail.com</dc:creator>
  <cp:lastModifiedBy>kareenaaneja25@gmail.com</cp:lastModifiedBy>
  <cp:revision>2</cp:revision>
  <dcterms:created xsi:type="dcterms:W3CDTF">2025-11-25T10:44:12Z</dcterms:created>
  <dcterms:modified xsi:type="dcterms:W3CDTF">2025-11-25T12:12:45Z</dcterms:modified>
</cp:coreProperties>
</file>